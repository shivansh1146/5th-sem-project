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6366F1"/>
                </a:solidFill>
              </a:defRPr>
            </a:pPr>
            <a:r>
              <a:t>ACADEMIC RAG ASSISTANT &amp; KNOWLEDGE PLATFORM</a:t>
            </a:r>
          </a:p>
          <a:p>
            <a:pPr>
              <a:spcAft>
                <a:spcPts val="800"/>
              </a:spcAft>
              <a:defRPr sz="4800" b="1">
                <a:solidFill>
                  <a:srgbClr val="FFFFFF"/>
                </a:solidFill>
              </a:defRPr>
            </a:pPr>
            <a:r>
              <a:t>AcadIQ</a:t>
            </a:r>
          </a:p>
          <a:p>
            <a:pPr>
              <a:spcAft>
                <a:spcPts val="2800"/>
              </a:spcAft>
              <a:defRPr sz="1800">
                <a:solidFill>
                  <a:srgbClr val="A0A0A8"/>
                </a:solidFill>
              </a:defRPr>
            </a:pPr>
            <a:r>
              <a:t>Intelligent University Knowledge Management &amp; Document Discovery using Retrieval-Augmented Generation</a:t>
            </a:r>
          </a:p>
          <a:p>
            <a:pPr>
              <a:defRPr sz="1300">
                <a:solidFill>
                  <a:srgbClr val="C8C8D2"/>
                </a:solidFill>
              </a:defRPr>
            </a:pPr>
            <a:r>
              <a:t>Bachelor of Technology • Computer Science &amp; Engineering (5th Sem Project)</a:t>
            </a:r>
            <a:br/>
            <a:r>
              <a:t>Presented By: Shivansh &amp; Team  |  Guide: Project Evaluation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ACADIQ • 5TH SEMESTER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Statement: The Campus Information Bottleneck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Scattered Regulations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Syllabi, exam bylaws, fees, and hostel rules are scattered across dozens of unindexed PDFs.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Students waste days navigating outdated departmental noticeboards.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Important deadlines (re-admission, fee payments) are frequently missed.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Administrative Strain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College offices answer the exact same 15-20 repetitive questions daily.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High clerical workload during semester registrations and exam seasons.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No automated 24/7 institutional query resolution channel.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LLM Hallucination Risk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Public LLMs (ChatGPT) have no access to private college handbooks.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General AI hallucinates fake attendance rules and non-existent regulations.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Zero academic verification or audit trail for students.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ACADIQ • 5TH SEMESTER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Solution: AcadIQ Knowledge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1. Grounded RAG Generation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Answers are strictly synthesized from real university documents.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Zero hallucinations: claims are bound directly to indexed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2. Verifiable Citations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Every response includes document name, exact page number, and similarity score.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Interactive inspection drawer to view original matched excerpts.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3. Dual-Role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Student Portal: Fast AI search, category filters, and history.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Admin Portal: Document management and vector re-indexing.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0312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4. Decision Support Analytics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Live admin telemetry on campus queries, satisfaction rates, and trending topics.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Identifies policies that students find most confusing.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ACADIQ • 5TH SEMESTER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 &amp; Information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A. Ingestion Pipeline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Admin uploads university PDFs (handbooks, fee circulars, syllabus).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Recursive chunking (500 tokens, 50 token overlap).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Text embeddings generated &amp; stored in vector database.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Metadata tagging: Department, Semester, Academic Year.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B. Retrieval &amp; Synthesis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Student submits query in natural language.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Semantic vector search retrieves top-k relevant excerpts.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Context + query formatted into structured system prompt.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LLM generates formatted Markdown response with citations.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C. Client Experience Layer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React 19 concurrent component rendering.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Word-by-word streaming animation simulating LLM output.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Confidence classification badge (High / Medium / Low).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Source excerpt drawer with highlighted snippet viewer.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ACADIQ • 5TH SEMESTER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Student Portal: Conversational Academic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Interactive Features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Conversational AI Canvas: Clean ChatGPT-style layout with high readability.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Simulated Word Streaming: Natural reading pace with typing indicators.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Structured Tables &amp; Notice Blocks: Formats complex fee schedules and grading criteria.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Category Quick Filters: Granular search by Syllabus, Exam Rules, Hostel, Fees, or Placements.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Conversation Search &amp; History: Full persistence with rename, search, and delete.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Trust &amp; Reliability Controls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Interactive Source Chips: Showing exact filename and page index (e.g., 'Fee_Schedule_2025.pdf p.2').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Confidence Ratings: High (90%+), Medium (70-89%), Low (&lt;70%).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Source Drawer Viewer: Clicking a chip slides out the verbatim clause for verification.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User Feedback Loops: Thumbs-up/down ratings recorded for institutional analytics.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Instant Regeneration: Query re-execution if updated policies exist.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ACADIQ • 5TH SEMESTER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Admin Portal: Document Management &amp; 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Document Management Center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Drag &amp; Drop Ingestion: Multi-file uploader supporting PDF, DOCX, and TXT up to 50MB.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Metadata Tagging: Assign Department (CSE, IT, MCA), Category, and Target Semester.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Status Lifecycle Tracking: Real-time badges for Uploaded, Processing, Indexed, and Failed.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Re-Indexing Engine: 1-click index refresh when regulations change.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Role-Based Protection: Strict access guards ensure students cannot tamper with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Decision Support &amp; Analytics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KPI Metric Cards: Total Queries (4,821), Active Users (342), Indexed Docs (11), Avg Response (1.4s).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Queries Over Time: Recharts area line graph mapping query trends vs unique users.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Feedback Distribution: Donut chart displaying student satisfaction metrics (87%).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Top Inquiries: Highlights most searched regulations (Attendance threshold, Fee schedule).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Documentation Gap Detection: Pinpoints low-confidence queries needing administrative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ACADIQ • 5TH SEMESTER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Engineering Highlights &amp; Technical Innovations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Role &amp; Theme Isolation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Student and Admin sessions maintain completely independent storage.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Theme preference (Light/Dark) is isolated per role.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1-click portal switcher in sidebar and settings without session collision.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Tailwind v4 Token System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Custom variant class-based dark mode (@custom-variant dark).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CSS variable tokens for seamless ChatGPT black &amp; white palette.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High-contrast legibility across all display devices.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Zero-Error Production Build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React 19 + TypeScript 6 with 100% type safety.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Vite 8 production bundle built in &lt; 2 seconds.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Full code-splitting and asset optimization.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ACADIQ • 5TH SEMESTER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Frontend Core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React 19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TypeScript 6.0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Vite 8 Bundler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React Router v7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State &amp; Data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Zustand v5 (Persisted)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TanStack Query v5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React Hook Form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Zod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UI &amp; Visuals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Tailwind CSS v4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Radix UI Primitives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Recharts (Charts)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Framer Motion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RAG &amp; Ingestion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PDF/DOCX Extractor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Vector Embeddings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FastAPI Contract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Citation Linker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ACADIQ • 5TH SEMESTER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Live Demonstration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1. Student Flow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Log in as Aryan Mehta (Student).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Submit query: 'What is the attendance criteria?'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Show streaming response &amp; markdown table.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Click citation chip to open source document excerpt.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2. Security &amp; RBAC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Attempt navigating to /admin/analytics as student.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Show 'Admin Access Required' guard screen.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Click 1-click 'Switch to Admin Demo'.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Demonstrates robust authorization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3. Admin Flow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Inspect Analytics Dashboard with Recharts.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Explore Document Management center.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Demonstrate drag &amp; drop file upload modal.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Show role session &amp; theme persistence.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ACADIQ • 5TH SEMESTER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Future Scope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Phase 2 Future Roadmap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Multilingual Support: Regional Indian languages (Hindi, Marathi, Telugu) for broader accessibility.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Voice Assistant: Whisper Speech-to-Text for interactive physical campus kiosk stations.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ERP Sync: Direct API connection with University ERP to fetch personal attendance &amp; fee dues.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Multi-Modal RAG: Indexing diagrammatic campus maps and lab manual schematics.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Project Conclusion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AcadIQ modernizes university knowledge discovery into a seamless, trusted conversational experience.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100% citation-grounded architecture prevents misinformation and student confusion.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Full dual-portal system ready for deployment and production backend integration.</a:t>
            </a:r>
          </a:p>
          <a:p>
            <a:pPr>
              <a:spcAft>
                <a:spcPts val="600"/>
              </a:spcAft>
              <a:defRPr sz="1300">
                <a:solidFill>
                  <a:srgbClr val="A0A0A8"/>
                </a:solidFill>
              </a:defRPr>
            </a:pPr>
            <a:r>
              <a:t>•  Thank you! Questions and evaluation feedback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